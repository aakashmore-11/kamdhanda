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KamDhanda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31457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Redefining Professional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82892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94A3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HIRING FUNNEL • WORKSPACE • PAYMENTS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01. Platform 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Bridging the Gap: A unified home for both Freelance Projects and Full-time Jobs.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Trust-First Ecosystem: Verified identities, secure OTPs, and milestone-based releases.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Workflow Automation: Structured funnels from application to final payment.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Enterprise Messaging: Replacing fragmented tools with a singular, secure chat hub.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02. The Structured Hiring Funnel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Phase 1 - Application: Professional profiles with resume and cover letter indexing.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Phase 2 - Automated Mock Test: Timed, anti-cheat assessments with auto-grading.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Phase 3 - Virtual Interviews: Direct scheduling and meeting link integration.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Phase 4 - One-Click Hire: Instant transition from applicant to team member.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03. Post-Hire: Active Workspace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🏗️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Milestone Management: Projects segmented into granular, trackable modules.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Visual Progress: Real-time dynamic progress bars for task completion tracking.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Secure Deliverables: Cloud-synced file sharing (PDFs/Images) for all project assets.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Transparency: Complete visibility for both Clients and Seekers on work progress.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04. Enterprise Communication Suite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Real-time Chat: High-performance messaging powered by Socket.io.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Media Support: Robust sharing of project assets, images, and documents.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Advanced Interaction: Threaded replies, emoji reactions, and 1-hour edit window.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End-to-End Privacy: Optional data encryption for sensitive corporate communication.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05. Secure Financial Ecosystem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RazorPay Integration: Native, multi-currency checkout for safe transactions.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Escrow Protection: Funds are locked and only released upon milestone approval.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Flexible Models: Support for full upfront payments or granular task-based releases.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Digital Invoicing: Automated generation of payment receipts and transaction trails.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06. KamDhanda AI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🤖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Role-Aware Logic: Intelligent drafting for Job Descriptions and Proposals.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Platform Help: Contextual guidance and navigation assistance for all users.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Multilingual support: Fluid interaction in English, Hindi, and regional languages.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Advanced Generation: Suggesting budgets, skills, and pricing strategies.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07. Modern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Frontend: React + Redux Toolkit + Tailwind CSS + Framer Motion.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Backend: Node.js + Express.js + Mongoose (REST API).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Real-time: Socket.io for messaging and global system alerts.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1F5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Storage: MongoDB (Scalable Data) + Cloudinary (Enterprise Media).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Modern Freelance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KamDhanda.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Professional Work, Redefined.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KamDhanda - Professional Product Deck</dc:title>
  <dc:subject>PptxGenJS Presentation</dc:subject>
  <dc:creator>KamDhanda Team</dc:creator>
  <cp:lastModifiedBy>KamDhanda Team</cp:lastModifiedBy>
  <cp:revision>1</cp:revision>
  <dcterms:created xsi:type="dcterms:W3CDTF">2026-04-08T07:42:13Z</dcterms:created>
  <dcterms:modified xsi:type="dcterms:W3CDTF">2026-04-08T07:42:13Z</dcterms:modified>
</cp:coreProperties>
</file>