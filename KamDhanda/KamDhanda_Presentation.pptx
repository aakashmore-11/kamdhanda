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KamDhanda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57175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</a:rPr>
              <a:t>The Secure, Dual-Engine Platform for Freelancers &amp; Job Seekers in India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KamDhanda?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1. A Unified Professional Ecosystem bridging the gap between gig work and full-time employment.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2. Built exclusively for the Indian market to empower local talent and businesses.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3. Features Hyper-secure, Real-time Communication (E2E Encrypted Chat).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Architecture &amp;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MERN Stack: MongoDB, Express.js, React, Node.js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Real-time &amp; Security: Socket.IO, bcrypt, JWT, Public/Private key pairs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Storage &amp; Cloud: Cloudinary/AWS S3 for resumes and media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State &amp; Styling: Redux Toolkit (RTK), Tailwind-inspired custom CSS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Dual-Engine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1A10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Freelance Marketplace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Short-term Gigs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Escrow &amp; Milestone Payments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Proposal Bidding (Credits)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Reputation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3657600" cy="3200400"/>
          </a:xfrm>
          <a:prstGeom prst="rect">
            <a:avLst/>
          </a:prstGeom>
          <a:solidFill>
            <a:srgbClr val="0E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Full-Time Job Portal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Master Resume Management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One-Click Applications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Applicant Tracking System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Salary &amp; Equity Tracking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E2E Encrypted Chat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Public / Private Key Architecture (Client-side generation)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WhatsApp-style Features: Read receipts, typing indicators, 'Delete for Everyone'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Contextual Linking: Chats link directly to Gig Contracts or Job Applications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Vision &amp; 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KamDhanda is evolving from a standard job board into India's premier trust-based, unified workforce platform.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Current Focus: Finalizing UI/UX cohesion, scaling the ATS pipeline, and deploying real-time chat optimization.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2026-03-30T14:31:53Z</dcterms:created>
  <dcterms:modified xsi:type="dcterms:W3CDTF">2026-03-30T14:31:53Z</dcterms:modified>
</cp:coreProperties>
</file>