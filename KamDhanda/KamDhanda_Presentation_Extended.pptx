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KamDhanda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57175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78B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System Architecture &amp; Product Overview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78B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(22-Slide Deep Dive)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2. Introduction &amp; 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KamDhanda is India's premier trust-based, unified workforce platform.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Vision: To seamlessly integrate all professional pathways.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Bridges the massive gap between gig work (freelancing) and full-time employment.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Provides a single, cohesive identity for professionals growing their careers.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3. The 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Fragmented Platforms: Freelancers use one platform (Upwork), job seekers use another (LinkedIn).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 Deficit: High scam rates in Indian professional networks.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Communication Silos: Emails and external chat apps lead to lost context.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Fees: Traditional platforms take massive percentage cuts from freelancers.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4. The KamDhanda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Unified Ecosystem: A dual-engine supporting both freelance contracts and ATS job portals.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Encryption: 100% secure messaging directly integrated into contracts.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Reputation Continuity: Reviews and ratings apply to your actual identity.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 Friction: Credits-based proposal system and direct escrow integration.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5. Platform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(Frontend): Built securely with React, utilizing Redux Toolkit for state.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 (Backend): Node.js / Express.js exposing a robust REST JSON API.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Engine: Socket.IO handling live chats and immediate push notifications.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Database: MongoDB serving as the flexible, document-based source of truth.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6. 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MERN Stack Core (MongoDB, Express, React, Node)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Authentication: JWT (JSON Web Tokens) with HttpOnly secure cookies &amp; Google OAuth.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Cryptography: bcrypt for passwords, crypto/KeyPair for E2E chat encryption.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 Storage: Cloudinary / AWS S3 for profile pictures and master resumes.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Styling: Custom CSS-in-JS &amp; Vanilla CSS mapping to a strict dark-themed design system.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7. Core User Roles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Seeker / Freelancer: Applies to jobs, submits freelance proposals, manages portfolio.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/ Employer: Posts freelance gigs, posts job openings, tracks applicants.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Administrator: Oversees platform health, manages users, resolves escrow disputes.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 Switching: Users can dynamically switch perspectives without changing accounts.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8. The Dual-Engine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840480" cy="2743200"/>
          </a:xfrm>
          <a:prstGeom prst="rect">
            <a:avLst/>
          </a:prstGeom>
          <a:solidFill>
            <a:srgbClr val="1A10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Module A: Freelance Marketplace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Short-term Gigs, Milestone Tracking, and Bidding.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3840480" cy="2743200"/>
          </a:xfrm>
          <a:prstGeom prst="rect">
            <a:avLst/>
          </a:prstGeom>
          <a:solidFill>
            <a:srgbClr val="0E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Module B: True Job Portal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Long-term hiring, ATS tracking, and Master Resumes.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9. Freelance Engine: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Clients post Detailed Project Requirements (budget, timeline, skill tags).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Freelancers discover jobs via an advanced filtering system.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hourly and fixed-price contracts are fully supported.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notifications trigger when a project matches a freelancer's skills.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10. Freelance Engine: Proposals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Credits System: Freelancers spend platform credits to submit competitive bids.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Bidding Strategy: Proposals include a cover letter, delivery timeline, and bid amount.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Review: Employers can shortlist, reject, or interview (via Chat) instantly.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Sorting: The system naturally boosts highly-rated freelancers.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11. Freelance Engine: Escrow &amp; Tracking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Milestone Architecture: Large projects are divided into discrete deliverables.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Escrow Protection: Funds are locked in smart escrow before work begins.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Submission Pipeline: Freelancers submit work -&gt; Clients review -&gt; Funds release.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Dispute Resolution: Admins can intercede using encrypted chat logs as evidence.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12. Job Portal Engine: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dedicated space for permanent, full-time, and internship roles.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Employers bypass freelance mechanics and post standard job reqs.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Seekers construct a 'Master Resume' on the platform for 1-click apply.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Integration: Portfolios from freelance work automatically bolster job apps.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13. Job Portal Engine: Application Tracking (ATS)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Kanban-style Dashboard for Employers to drag-and-drop applicants.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Stages: Submitted -&gt; Reviewed -&gt; Shortlisted -&gt; Interviewing -&gt; Hired/Rejected.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Emails: Applicants receive status updates instantly.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Analytics: Companies see funnel drop-offs and time-to-hire metrics.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14. Real-time Communication (Chat)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Moving beyond static emails right into a WhatsApp-style web interface.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Fully integrated into the workflow: Chats are spawned from Proposals/Applications.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Features: Live Typing Indicators, Read Receipts, and Emoji Reactions.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File Sharing: Securely share code snippets, PDFs, and wireframes in-stream.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15. Chat Engine: Security (E2E)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Encryption dictates that KamDhanda servers cannot read the messages.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Generation: RSA Public/Private key pairs are generated specifically on the device.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 keys are shared via MongoDB; Private keys are locked in secure local storage.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Privacy First: Even DB Administrators cannot decipher intellectual property shared in chat.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16. Database Design: Users &amp; Roles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Collection: users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global profile, hashed passwords, base role, and connection status.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Collection: seeker_profiles / client_profiles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Separates domain-specific data to prevent monolithic schema bloat.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Highly indexed on Skills, Location, and Rating for rapid querying.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17. Database Design: Work Structures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Collection: freelance_projects (Embedded Proposals)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Collection: jobs (Embeds ATS states)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Optimized query paths ensure that heavy dashboard loads are resolved under 200ms.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redundancy strictly controlled via mongoose pre/post save hooks.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18. Global Notification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Centralized 'notifications' collection tracking all platform events.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pushing via Socket.IO to the global navbar bell icon.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Categorized: 'Proposal Accepted', 'Message Received', 'Payment Released'.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Mark-as-read mechanics and grouped batching prevent notification fatigue.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19. UI / UX Design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Dark Mode Aesthetic: Utilizing #07070D backgrounds and purple/cyan neons.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Hierarchical Layouts: App.router directs traffic to MainLayout, AdminLayout, SeekerLayout.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Components: Reusable 'RawInput' and 'RawSelect' form elements for absolute consistency.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Responsiveness: Grid and Flexbox systems ensure a perfect mobile and tablet experience.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20. Admin Dashboard &amp; Compliance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 Command for KamDhanda staff.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KPI Tracking: Active projects, Total platform liquidity, User growth charts.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Moderation: Reviewing flagged jobs, banning fraudulent actors.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 Adjustments: Dynamically alter platform margins based on market conditions.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21. Future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2: Mobile App deployment (React Native mapping to the same API).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3: AI-Driven Job Matching (Predictive skill-to-job synthesis).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4: Automated Escrow Smart Contracts using lightweight blockchain ledgers.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5: Global Expansion beyond the domestic Indian market.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0861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8B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KamDhanda - The Unified Platform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A78B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 &amp; Answers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2026-03-30T16:41:10Z</dcterms:created>
  <dcterms:modified xsi:type="dcterms:W3CDTF">2026-03-30T16:41:10Z</dcterms:modified>
</cp:coreProperties>
</file>