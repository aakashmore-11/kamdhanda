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KamDhanda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314575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Unified Workforce Platform &amp; Hiring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82892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ARCHITECTURE • FLOWS • ROLES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01. Platform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Bridging the Gap: Integrating high-stakes freelancing with full-time corporate employment.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Trust-First: Combating scams through verified feedback and milestone-based escrow.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Integrated Communication: A workflow-aware messaging system replacing fragmented tools.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Passport: Unified reputation tracking that stays with the user across all roles.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02. Seeker Features (Professional)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Discovery: AI-driven filtering for Gigs, Internships, and Full-time Jobs.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Hiring: Integrated Mock Tests and Virtual Interviews dashboard.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Workspace: Real-time file submission and milestone tracking interface.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E2E Encrypted Chat: Secure intellectual property sharing with clients.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Assistance: Built-in career advisor and resume optimizer.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03. Client Features (Employer)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🏢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Job Casting: Single-interface for posting freelance tasks or corporate roles.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Candidate Funnel: ATS-style tracking (Applied → Testing → Interviewing → Hired).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RazorPay Integration: Secure milestone-based escrow and automatic fund release.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Interview Suite: Direct scheduling and WebRTC-powered virtual rooms.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 Monitoring: Real-time dashboard for project deliverables and file audits.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04. Administrator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🛡️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Health: Real-time monitoring of user activity and transactions.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Escrow Management: Dispute resolution system with access to workflow logs.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Governance: Securing the ecosystem via KYP (Know Your Professional) audits.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Overlook: Tracking platform commissions and liquidity flow.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Moderation: AI-assisted screening of fraudulent job postings.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05. Working Flow: The Hiring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Post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Client lists project/job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1371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</a:rPr>
              <a:t>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Apply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Seeker applies / bids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</a:rPr>
              <a:t>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Vet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Mock Test &amp; Interview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</a:rPr>
              <a:t>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Escrow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Payment secured via Razorpay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371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</a:rPr>
              <a:t>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 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Milestone-based delivery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371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1371600"/>
            <a:ext cx="1188720" cy="73152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6. Release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2103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Client approves &amp; funds flow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06. Database Flow &amp; Schema Relations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0E1A1A"/>
          </a:solidFill>
          <a:ln w="12700"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</a:rPr>
              <a:t>USERS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</a:rPr>
              <a:t>(Auth, Roles)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0" y="1371600"/>
            <a:ext cx="2286000" cy="1371600"/>
          </a:xfrm>
          <a:prstGeom prst="rect">
            <a:avLst/>
          </a:prstGeom>
          <a:solidFill>
            <a:srgbClr val="1A1040"/>
          </a:solidFill>
          <a:ln w="1270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PROJECTS / JOBS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(Master Listings)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2286000" cy="1371600"/>
          </a:xfrm>
          <a:prstGeom prst="rect">
            <a:avLst/>
          </a:prstGeom>
          <a:solidFill>
            <a:srgbClr val="1A1040"/>
          </a:solidFill>
          <a:ln w="1270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APPLICATIONS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(Proposals, ATS)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828800" cy="914400"/>
          </a:xfrm>
          <a:prstGeom prst="rect">
            <a:avLst/>
          </a:prstGeom>
          <a:solidFill>
            <a:srgbClr val="1A1010"/>
          </a:solidFill>
          <a:ln w="12700">
            <a:solidFill>
              <a:srgbClr val="F472B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</a:rPr>
              <a:t>MESSAGES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</a:rPr>
              <a:t>(E2E Encrypted)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3657600"/>
            <a:ext cx="2286000" cy="914400"/>
          </a:xfrm>
          <a:prstGeom prst="rect">
            <a:avLst/>
          </a:prstGeom>
          <a:solidFill>
            <a:srgbClr val="1A1010"/>
          </a:solidFill>
          <a:ln w="12700">
            <a:solidFill>
              <a:srgbClr val="F472B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</a:rPr>
              <a:t>TRANSACTIONS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</a:rPr>
              <a:t>(Razorpay, Escrow)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↔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↔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↕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07. Modern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182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</a:rPr>
              <a:t>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Frontend: React + Redux Toolkit (State) + Framer Motion (Animations).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Backend: Node.js (Runtime) + Express.js (REST Framework).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Real-time: Socket.IO for Signaling and Instant Messaging.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Storage: MongoDB (Data) + Cloudinary (Media Assets).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Infrastructure: JWT-based Auth + WebCrypto API for E2E Privacy.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KamDhanda |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www.kamdhanda.app | Professional Work, Redefined.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KamDhanda - Professional Product Deck</dc:title>
  <dc:subject>PptxGenJS Presentation</dc:subject>
  <dc:creator>KamDhanda Team</dc:creator>
  <cp:lastModifiedBy>KamDhanda Team</cp:lastModifiedBy>
  <cp:revision>1</cp:revision>
  <dcterms:created xsi:type="dcterms:W3CDTF">2026-04-08T07:23:53Z</dcterms:created>
  <dcterms:modified xsi:type="dcterms:W3CDTF">2026-04-08T07:23:53Z</dcterms:modified>
</cp:coreProperties>
</file>